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BFS keeps the frontier in a queue: first in, first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Graph Traversal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7: exploring every vertex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Breadth-First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Visit neighbours level by level</a:t>
            </a:r>
          </a:p>
          <a:p>
            <a:r>
              <a:t>Finds shortest paths in unweighted graphs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274320"/>
            <a:ext cx="7315200" cy="731520"/>
            <a:chOff x="457200" y="274320"/>
            <a:chExt cx="7315200" cy="731520"/>
          </a:xfrm>
        </p:grpSpPr>
        <p:sp>
          <p:nvSpPr>
            <p:cNvPr id="3" name="TextBox 2"/>
            <p:cNvSpPr txBox="1"/>
            <p:nvPr/>
          </p:nvSpPr>
          <p:spPr>
            <a:xfrm>
              <a:off x="457200" y="2743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BFS vs DFS</a:t>
              </a:r>
            </a:p>
          </p:txBody>
        </p:sp>
      </p:grp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structure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